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58"/>
    <p:restoredTop sz="96405"/>
  </p:normalViewPr>
  <p:slideViewPr>
    <p:cSldViewPr snapToGrid="0" snapToObjects="1">
      <p:cViewPr varScale="1">
        <p:scale>
          <a:sx n="49" d="100"/>
          <a:sy n="49" d="100"/>
        </p:scale>
        <p:origin x="192" y="2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17C0B-67C6-B84F-AA67-B8E5A0F74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AE052C-7F8E-CD4A-8CDD-2E525B43F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C93189-7ECF-3F47-99EC-0C1D65A02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598104-2BC8-C641-9FC6-28608491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23B63-0A15-5848-AC26-6AD00420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6288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A3C1D-3FDB-BA4F-906A-F5C0AA3F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208D78-F1F1-BF4D-BD3B-8164DBA02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27E1A-4B2D-AC4D-91C9-F2825C1F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FFDE6A-9EC1-8245-9D21-A30CFA247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2B4DDE-2011-FD44-BB6A-D17C07D5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0388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9DDFB-BC46-2E43-9D42-44341C28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24CC61-DD46-014D-8032-774BDD24E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CD68AB-EBFE-5D4F-8842-C1668DC8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5D36C4-9F9D-A847-80C7-5D175D1E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3A545-2587-8046-94EB-E5FCDCC1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4682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BF46F-2725-8A48-83E0-FD9CB29F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FB08BF-6AAC-424C-8897-73E13EB7E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A9D000-D237-7C41-ACF0-CC6E2366B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D2C431-0AAD-5845-9582-1B98DF50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BC1AC8-2202-5049-BAE6-E4FAF5392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27C6B6-F12B-4F49-B290-6B2C9C6F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786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B6157-0B3F-AF45-B332-813B03D3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F74EFD-809C-C146-BD5B-9633E154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776357-556B-8942-8D2C-9B9B5F430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DB003C-662E-F44F-93EC-86ADE9006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EE1EE1-3EF9-6E41-9100-D4687001B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C3C25E-2B02-C046-9BB3-300AF6A41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1E1979-F64D-7C46-8171-0F26232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05A239-7012-BF4A-94B2-E2E35FAE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9209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274EB-4D88-374D-A8CE-208BC41B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A1F30-A417-1642-940F-F15F936A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9B7401-87DF-5B4D-8D68-84F15073A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AE00A-9616-304C-9511-1CB31C65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6738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462F9A-60A8-8249-8A19-E2D9068A2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AC3A86-3408-7B4D-AF8B-D9D5C4B3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4F265C-DD85-1341-992F-8B858FC0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2346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BE757-0AF0-CA46-933C-71B914E2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AC0795-727C-024B-A4DC-CF3D927E0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8647A6-8B06-254E-868C-63F0EA983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CC49F7-5130-5541-AFA5-F41339EF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D09300-12B1-9C48-8862-1A57EF17F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70D53A-0368-1C4B-974C-531344DE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0287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176EE-A45C-A84F-912E-A28A257FF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24E154-2DB5-664B-9622-4CD9B8B01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B8174B-5E50-BF43-A50B-84CD8B73F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076976-FDEF-5143-9322-BD77A6FA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C48BDC-4097-9B46-8A8E-EBFB6779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B1961F-DBBF-504E-9B5A-1DE96C42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5991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38D1D-23F6-114A-A14E-B4C0DD71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A4925B-8917-6D41-A7EA-D42046F69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D0D2B-B1D3-2A4B-826A-9DF831DF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5A1F1-76A4-5243-B38A-3DDB422D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C92D6-E8E7-744D-82A1-96017FF9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62155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183682-470E-7A4D-AA57-DBED64E19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70A4A6-9E0F-4149-9B80-9F29196B9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29BDD-D9A4-7F4C-8AB5-C1ABA028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8AD66D-2FB4-A94A-A032-6A37E7B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E888D3-8F9B-3547-B657-37F85FFC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2673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8DB9BE-D6F2-D84E-BDFA-F8D76C6A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CD0D5C-45A0-D241-B7A4-B5C4414C3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353C4-3968-C743-937A-FAD276063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6BF3C-F996-E947-B78D-CED59D16BA29}" type="datetimeFigureOut">
              <a:rPr kumimoji="1" lang="ko-Kore-KR" altLang="en-US" smtClean="0"/>
              <a:t>2026. 7. 6.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3E9D0A-988C-9F40-97B3-2159F3338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EA10DF-41C2-EB47-9D70-5A1761F13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DB3FA-586A-E744-AA17-75453F0C16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601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EC453-8D01-1A40-B25C-C152792C3C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ore-KR" altLang="en-US" dirty="0"/>
              <a:t>드림피아</a:t>
            </a:r>
            <a:r>
              <a:rPr kumimoji="1" lang="ko-KR" altLang="en-US" dirty="0"/>
              <a:t> </a:t>
            </a:r>
            <a:r>
              <a:rPr kumimoji="1" lang="en-US" altLang="ko-KR" dirty="0"/>
              <a:t>ppt </a:t>
            </a:r>
            <a:r>
              <a:rPr kumimoji="1" lang="ko-KR" altLang="en-US"/>
              <a:t>양식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792DF8-AF57-D442-99BE-34A4EE9C5D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5304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드림피아 ppt 양식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드림피아 ppt 양식</dc:title>
  <dc:creator>태영 김</dc:creator>
  <cp:lastModifiedBy>태영 김</cp:lastModifiedBy>
  <cp:revision>1</cp:revision>
  <dcterms:created xsi:type="dcterms:W3CDTF">2026-07-06T11:52:51Z</dcterms:created>
  <dcterms:modified xsi:type="dcterms:W3CDTF">2026-07-06T11:53:13Z</dcterms:modified>
</cp:coreProperties>
</file>